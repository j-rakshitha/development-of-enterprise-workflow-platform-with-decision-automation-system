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m Kumar Akula" userId="933400c7655828b2" providerId="LiveId" clId="{3BE4A495-71FC-471A-8D71-B2F2D2F53807}"/>
    <pc:docChg chg="custSel modSld">
      <pc:chgData name="Prem Kumar Akula" userId="933400c7655828b2" providerId="LiveId" clId="{3BE4A495-71FC-471A-8D71-B2F2D2F53807}" dt="2026-08-16T07:25:07.312" v="129" actId="20577"/>
      <pc:docMkLst>
        <pc:docMk/>
      </pc:docMkLst>
      <pc:sldChg chg="modSp mod">
        <pc:chgData name="Prem Kumar Akula" userId="933400c7655828b2" providerId="LiveId" clId="{3BE4A495-71FC-471A-8D71-B2F2D2F53807}" dt="2026-08-16T07:25:07.312" v="129" actId="20577"/>
        <pc:sldMkLst>
          <pc:docMk/>
          <pc:sldMk cId="0" sldId="256"/>
        </pc:sldMkLst>
        <pc:spChg chg="mod">
          <ac:chgData name="Prem Kumar Akula" userId="933400c7655828b2" providerId="LiveId" clId="{3BE4A495-71FC-471A-8D71-B2F2D2F53807}" dt="2026-08-16T07:25:07.312" v="129" actId="20577"/>
          <ac:spMkLst>
            <pc:docMk/>
            <pc:sldMk cId="0" sldId="256"/>
            <ac:spMk id="11" creationId="{00000000-0000-0000-0000-000000000000}"/>
          </ac:spMkLst>
        </pc:spChg>
      </pc:sldChg>
      <pc:sldChg chg="delSp modSp mod">
        <pc:chgData name="Prem Kumar Akula" userId="933400c7655828b2" providerId="LiveId" clId="{3BE4A495-71FC-471A-8D71-B2F2D2F53807}" dt="2026-08-16T07:24:30.380" v="99" actId="1076"/>
        <pc:sldMkLst>
          <pc:docMk/>
          <pc:sldMk cId="0" sldId="265"/>
        </pc:sldMkLst>
        <pc:spChg chg="mod">
          <ac:chgData name="Prem Kumar Akula" userId="933400c7655828b2" providerId="LiveId" clId="{3BE4A495-71FC-471A-8D71-B2F2D2F53807}" dt="2026-08-16T07:24:30.380" v="99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Prem Kumar Akula" userId="933400c7655828b2" providerId="LiveId" clId="{3BE4A495-71FC-471A-8D71-B2F2D2F53807}" dt="2026-08-16T07:18:35.333" v="54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Prem Kumar Akula" userId="933400c7655828b2" providerId="LiveId" clId="{3BE4A495-71FC-471A-8D71-B2F2D2F53807}" dt="2026-08-16T07:23:50.774" v="97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Prem Kumar Akula" userId="933400c7655828b2" providerId="LiveId" clId="{3BE4A495-71FC-471A-8D71-B2F2D2F53807}" dt="2026-08-16T07:23:44.222" v="96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Prem Kumar Akula" userId="933400c7655828b2" providerId="LiveId" clId="{3BE4A495-71FC-471A-8D71-B2F2D2F53807}" dt="2026-08-16T07:23:34.469" v="95" actId="1076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Prem Kumar Akula" userId="933400c7655828b2" providerId="LiveId" clId="{3BE4A495-71FC-471A-8D71-B2F2D2F53807}" dt="2026-08-16T07:16:22.238" v="14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Prem Kumar Akula" userId="933400c7655828b2" providerId="LiveId" clId="{3BE4A495-71FC-471A-8D71-B2F2D2F53807}" dt="2026-08-16T07:23:59.827" v="98" actId="14100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90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(20 sec)</a:t>
            </a:r>
          </a:p>
          <a:p>
            <a:r>
              <a:t>This is not two tools. This is one decision engine.</a:t>
            </a:r>
          </a:p>
          <a:p>
            <a:r>
              <a:t>It predicts merge conflicts during development, handles production incidents, and a Coordinator links the two.</a:t>
            </a:r>
          </a:p>
          <a:p>
            <a:r>
              <a:t>After this short deck we will show the live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(40 sec)</a:t>
            </a:r>
          </a:p>
          <a:p>
            <a:r>
              <a:t>Software has two expensive delays: merge conflicts found too late, and incidents handled too slowly.</a:t>
            </a:r>
          </a:p>
          <a:p>
            <a:r>
              <a:t>Separate dashboards cannot connect a risky commit to a later outage.</a:t>
            </a:r>
          </a:p>
          <a:p>
            <a:r>
              <a:t>That missing link is the problem we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(45 sec) — HERO SLIDE</a:t>
            </a:r>
          </a:p>
          <a:p>
            <a:r>
              <a:t>One engine. Development on the left. Production on the left-bottom. Coordinator in the centre.</a:t>
            </a:r>
          </a:p>
          <a:p>
            <a:r>
              <a:t>Three jobs only: predict conflicts, handle incidents, and link an incident to a commit when the file really matches — not a weak guess.</a:t>
            </a:r>
          </a:p>
          <a:p>
            <a:r>
              <a:t>This is the main idea of the project. Everything else supports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(35 sec)</a:t>
            </a:r>
          </a:p>
          <a:p>
            <a:r>
              <a:t>Four blocks only.</a:t>
            </a:r>
          </a:p>
          <a:p>
            <a:r>
              <a:t>Dev-Collab for GitHub conflicts.</a:t>
            </a:r>
          </a:p>
          <a:p>
            <a:r>
              <a:t>AIOps for live incidents.</a:t>
            </a:r>
          </a:p>
          <a:p>
            <a:r>
              <a:t>Coordinator to join them.</a:t>
            </a:r>
          </a:p>
          <a:p>
            <a:r>
              <a:t>Platform for login, workflows, monitoring, Docker and CI.</a:t>
            </a:r>
          </a:p>
          <a:p>
            <a:r>
              <a:t>Milestones 1 to 4 are complete. We will show this live after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(30 sec)</a:t>
            </a:r>
          </a:p>
          <a:p>
            <a:r>
              <a:t>Familiar enterprise stack: FastAPI, React, JWT, WebSocket.</a:t>
            </a:r>
          </a:p>
          <a:p>
            <a:r>
              <a:t>The important line: Hybrid AI. Gemini is used when available. If it fails, rules take over. The demo never crashes.</a:t>
            </a:r>
          </a:p>
          <a:p>
            <a:r>
              <a:t>You can prove this live with the Simulate API Failure toggle.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(50 sec)</a:t>
            </a:r>
          </a:p>
          <a:p>
            <a:r>
              <a:t>Dev-Collab pipeline: GitHub PRs, overlap, risk score, semantic plus quality analysis, AI suggestion, then a human must approve.</a:t>
            </a:r>
          </a:p>
          <a:p>
            <a:r>
              <a:t>HITL is the enterprise point: AI never auto-resolves. Approve, Reject, Later, Undo.</a:t>
            </a:r>
          </a:p>
          <a:p>
            <a:r>
              <a:t>After Approve, a commit is stored. That commit is what the Coordinator can later link to a production incident.</a:t>
            </a:r>
          </a:p>
          <a:p>
            <a:r>
              <a:t>Live demo: Sync GitHub → Get AI Suggestion → Approve.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(45 sec)</a:t>
            </a:r>
          </a:p>
          <a:p>
            <a:r>
              <a:t>AIOps is a pipeline: detect, root cause, severity, pick a tool, notify, watch SLA.</a:t>
            </a:r>
          </a:p>
          <a:p>
            <a:r>
              <a:t>Three real sources: ingest, webhook, monitoring. Fake simulate cards are hidden.</a:t>
            </a:r>
          </a:p>
          <a:p>
            <a:r>
              <a:t>Severity is P1 P2 P3 with a live countdown. The watchdog escalates if SLA is missed.</a:t>
            </a:r>
          </a:p>
          <a:p>
            <a:r>
              <a:t>Live demo: click Send Real Test Metrics twice — two new cards, different services, your name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(60 sec) — CLIMAX</a:t>
            </a:r>
          </a:p>
          <a:p>
            <a:r>
              <a:t>This is the soul of the project.</a:t>
            </a:r>
          </a:p>
          <a:p>
            <a:r>
              <a:t>Every decision is logged — explainable AI.</a:t>
            </a:r>
          </a:p>
          <a:p>
            <a:r>
              <a:t>Memory is shared — short-term and long-term — so the system gets sharper.</a:t>
            </a:r>
          </a:p>
          <a:p>
            <a:r>
              <a:t>The link is strict: checkout.py commit to checkout-service incident. If the file does not match the service, we do not link.</a:t>
            </a:r>
          </a:p>
          <a:p>
            <a:r>
              <a:t>20 agents, three patterns: pipeline, orchestrator, shared database.</a:t>
            </a:r>
          </a:p>
          <a:p>
            <a:r>
              <a:t>Dev names to mention if asked: Conflict Prediction, Semantic, Quality, Resolution.</a:t>
            </a:r>
          </a:p>
          <a:p>
            <a:r>
              <a:t>Ops names: Monitoring, Root Cause, Severity, Tool Selector.</a:t>
            </a:r>
          </a:p>
          <a:p>
            <a:r>
              <a:t>Core: Coordinator, Memory, Notification.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(25 sec)</a:t>
            </a:r>
          </a:p>
          <a:p>
            <a:r>
              <a:t>20 agents. 8 tools. 95 tests. 9 of 9 live smoke. Milestones 1 to 4 complete. Hybrid AI so it never crashes.</a:t>
            </a:r>
          </a:p>
          <a:p>
            <a:r>
              <a:t>Cloud deploy to Render and Vercel is the remaining step.</a:t>
            </a:r>
          </a:p>
          <a:p>
            <a:r>
              <a:t>Now we show the live product — not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(15 sec)</a:t>
            </a:r>
          </a:p>
          <a:p>
            <a:r>
              <a:t>AI suggests. The human approves. Everything is logged.</a:t>
            </a:r>
          </a:p>
          <a:p>
            <a:r>
              <a:t>Questions, then live demo:</a:t>
            </a:r>
          </a:p>
          <a:p>
            <a:r>
              <a:t>1) Sign in</a:t>
            </a:r>
          </a:p>
          <a:p>
            <a:r>
              <a:t>2) Dev-Collab — Sync GitHub — Get AI Suggestion — Approve</a:t>
            </a:r>
          </a:p>
          <a:p>
            <a:r>
              <a:t>3) AIOps — Send Real Test Metrics twice</a:t>
            </a:r>
          </a:p>
          <a:p>
            <a:r>
              <a:t>4) Overview — notifications / linked incident if it appears</a:t>
            </a:r>
          </a:p>
          <a:p>
            <a:r>
              <a:t>Optional: Simulate API Failure to prove Hybrid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INFOSYS SPRINGBOARD VIRTUAL INTERNSHIP 7.0  ·  BATCH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Enterprise Workflow Platform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with Decision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BAE6DF"/>
                </a:solidFill>
                <a:latin typeface="Calibri"/>
              </a:rPr>
              <a:t>One Decision Engine for Development +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94760"/>
            <a:ext cx="20116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416052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12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Dev-Collab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Predict conflicts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16052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12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AIOps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Respond to incidents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416052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12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Coordinator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Link both worlds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10972800" cy="78072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J. Rakshitha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94A3B8"/>
                </a:solidFill>
                <a:latin typeface="Calibri"/>
              </a:rPr>
              <a:t>Live product  ·  JWT users  ·  Real GitHub PRs  ·  Live metrics  ·  Milestones 1–4 complete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DD3FC"/>
                </a:solidFill>
                <a:latin typeface="Calibri"/>
              </a:rPr>
              <a:t>github.com/J-Rakshitha/Development-of-Enterprise-Workflow-Platform-with-Decision-Automation-System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WHY THIS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Two late problems. No shared picture.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Development and production today work as separate worlds.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91440" cy="3246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581912"/>
            <a:ext cx="501091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47672"/>
            <a:ext cx="5010912" cy="2587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475569"/>
                </a:solidFill>
                <a:latin typeface="Calibri"/>
              </a:rPr>
              <a:t>Two developers edit the same file.
The merge conflict is found only at the end.
Rework is expensive. Delivery slips.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91440" cy="3246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581912"/>
            <a:ext cx="501091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47672"/>
            <a:ext cx="5010912" cy="2587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An incident arrives.
Diagnose, severity, and escalate are still manual.
Response is slow. SLA is missed.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46320"/>
            <a:ext cx="11155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846320"/>
            <a:ext cx="109728" cy="12801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1051560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0D9488"/>
                </a:solidFill>
                <a:latin typeface="Calibri"/>
              </a:rPr>
              <a:t>The gap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F172A"/>
                </a:solidFill>
                <a:latin typeface="Calibri"/>
              </a:rPr>
              <a:t>If the two sides stay in separate tools, the SDLC has no full picture — a risky commit is never tied to the production incident it caused.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Enterprise Workflow Platform  ·  Infosys Springboard 7.0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OUR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One Coordinator. Two modules. One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The unique selling point — not two products glued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Dev-Collaboration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Prevent merge conflicts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33832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AIOps Incidents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Detect and respond in production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08960"/>
            <a:ext cx="33832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96596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Coordinator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Explainable decisions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Incident  ↔  commit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96596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Shared Memory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+ Live 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WebSocket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874519"/>
            <a:ext cx="822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20440"/>
            <a:ext cx="8229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97480"/>
            <a:ext cx="7772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0060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4937760"/>
            <a:ext cx="3246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5257800"/>
            <a:ext cx="3246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Predict conflicts before they happen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80060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62272" y="4937760"/>
            <a:ext cx="3246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5257800"/>
            <a:ext cx="3246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Auto-detect incidents, root cause, and SLA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80060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2" y="4937760"/>
            <a:ext cx="3246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5257800"/>
            <a:ext cx="3246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Link an incident to a risky commit when the file matches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Enterprise Workflow Platform  ·  Infosys Springboard 7.0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Four building blocks. Milestones 1 to 4 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274320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27432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783080"/>
            <a:ext cx="241401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48840"/>
            <a:ext cx="2414016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Dev-Collab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80360"/>
            <a:ext cx="2414016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Live GitHub PRs
Conflict prediction
Human-in-the-loop approve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08760"/>
            <a:ext cx="274320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508760"/>
            <a:ext cx="27432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1783080"/>
            <a:ext cx="241401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148840"/>
            <a:ext cx="2414016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AIOps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880360"/>
            <a:ext cx="2414016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Live metrics ingest
Root cause + severity
Remediation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508760"/>
            <a:ext cx="274320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1508760"/>
            <a:ext cx="2743200" cy="91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1783080"/>
            <a:ext cx="241401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148840"/>
            <a:ext cx="2414016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Coordinator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880360"/>
            <a:ext cx="2414016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Explainable decision log
Shared memory
Incident ↔ commit link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508760"/>
            <a:ext cx="274320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35440" y="1508760"/>
            <a:ext cx="27432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0032" y="1783080"/>
            <a:ext cx="2414016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2148840"/>
            <a:ext cx="2414016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880360"/>
            <a:ext cx="2414016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JWT login
Workflows + monitoring
Docker + GitHub Actions 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Enterprise Workflow Platform  ·  Infosys Springboard 7.0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HOW IT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Simple, reliable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Gemini first. Rules if the LLM fails. The demo never crashes.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3154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Python  ·  FastAPI  ·  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719072"/>
            <a:ext cx="3154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React  ·  Tailwind  ·  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719072"/>
            <a:ext cx="3154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Gemini + rule fallback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175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273552"/>
            <a:ext cx="3154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Real-time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WebSocket live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0175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3273552"/>
            <a:ext cx="3154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657600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JWT authentication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0175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273552"/>
            <a:ext cx="3154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31546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MCP  ·  Docker  ·  GitHub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75488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Hybrid AI guarantee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Every thinking agent calls Gemini first. If the key is missing, times out, or errors — it falls back to rules. The product stays 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Enterprise Workflow Platform  ·  Infosys Springboard 7.0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Dev-Collaboration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Find the conflict before the merge. A human still decides.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63040"/>
            <a:ext cx="1525741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GitHub PRs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1501" y="1691640"/>
            <a:ext cx="256032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6949" y="1463040"/>
            <a:ext cx="1525741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Overlap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6970" y="1691640"/>
            <a:ext cx="256032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82419" y="1463040"/>
            <a:ext cx="1525741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Risk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2440" y="1691640"/>
            <a:ext cx="256032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17889" y="1463040"/>
            <a:ext cx="1525741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7910" y="1691640"/>
            <a:ext cx="256032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3358" y="1463040"/>
            <a:ext cx="1525741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AI suggest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3379" y="1691640"/>
            <a:ext cx="256032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88828" y="1463040"/>
            <a:ext cx="1525741" cy="9601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Human 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68849" y="1691640"/>
            <a:ext cx="256032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24298" y="1463040"/>
            <a:ext cx="1525741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Commit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9748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2697480"/>
            <a:ext cx="10972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2834640"/>
            <a:ext cx="1051560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Human-in-the-Loop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AI suggests the resolution. The signed-in user Approves, Rejects, Defers, or Undoes. No auto-resolve. The card shows “Resolved by [user]”.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9768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297680"/>
            <a:ext cx="91440" cy="1783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4462272"/>
            <a:ext cx="322783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Live Editing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828032"/>
            <a:ext cx="3227832" cy="11247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Who is on which file — from real GitHub authors.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29768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80" y="4297680"/>
            <a:ext cx="91440" cy="1783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3712" y="4462272"/>
            <a:ext cx="322783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Predicted + confirmed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828032"/>
            <a:ext cx="3227832" cy="11247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Same-file PRs, plus GitHub dirty merge state.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29768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92440" y="4297680"/>
            <a:ext cx="91440" cy="1783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2" y="4462272"/>
            <a:ext cx="3227832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After Approve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4828032"/>
            <a:ext cx="3227832" cy="11247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A commit is created. That commit can later link to an incident.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Enterprise Workflow Platform  ·  Infosys Springboard 7.0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AIOps incident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Detect. Diagnose. Act. Watch the clock.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1767840" cy="9601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3056" y="1463040"/>
            <a:ext cx="1767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Root cause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8912" y="1463040"/>
            <a:ext cx="1767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Severity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63040"/>
            <a:ext cx="1767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0624" y="1463040"/>
            <a:ext cx="1767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Notify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36480" y="1463040"/>
            <a:ext cx="17678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SLA 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75569"/>
                </a:solidFill>
                <a:latin typeface="Calibri"/>
              </a:rPr>
              <a:t>Three live sources — simulate is hidden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7180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04088" y="31546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657600"/>
            <a:ext cx="32004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Send real test metrics.
New incident each click.
Triggered by the JWT user.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97180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98848" y="31546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WEBHOOK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657600"/>
            <a:ext cx="32004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Grafana / Prometheus style.
POST to the alert webhook.
Secret header in production.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97180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93608" y="31546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657600"/>
            <a:ext cx="32004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Background HTTP probes.
Health of registered services.
Anomaly opens an incident.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1208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P1 / P2 / P3 with SLA countdown. If time is missed, the watchdog escalates. Root-cause text follows the worst live metric and the real service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Enterprise Workflow Platform  ·  Infosys Springboard 7.0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THE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Coordinator — why this is one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20 specialized agents. One shared memory. A strict incident–commit link.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69037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9144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45336"/>
            <a:ext cx="6400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Explainable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4520"/>
            <a:ext cx="64008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Every agent decision is logged. You can see why the system acted.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32888"/>
            <a:ext cx="69037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532888"/>
            <a:ext cx="9144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60904"/>
            <a:ext cx="6400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Shared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90088"/>
            <a:ext cx="64008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Short-term session context plus long-term knowledge. Repeated patterns get stronger.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48456"/>
            <a:ext cx="69037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648456"/>
            <a:ext cx="9144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776472"/>
            <a:ext cx="6400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Strict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05656"/>
            <a:ext cx="640080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Incident links to a commit only when the file matches the service. No weak guess.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417320"/>
            <a:ext cx="4023360" cy="3236976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18120" y="160020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1965960"/>
            <a:ext cx="3657600" cy="2468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AE6DF"/>
                </a:solidFill>
                <a:latin typeface="Calibri"/>
              </a:rPr>
              <a:t>Risky commit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checkout.py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AE6DF"/>
                </a:solidFill>
                <a:latin typeface="Calibri"/>
              </a:rPr>
              <a:t>Production incident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checkout-service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Link only if names match.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9204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5029200"/>
            <a:ext cx="3200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376672"/>
            <a:ext cx="32004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Detect → Analyze → 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89204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29200"/>
            <a:ext cx="3200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Orchestrator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5376672"/>
            <a:ext cx="32004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Coordinator in the centre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89204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93608" y="5029200"/>
            <a:ext cx="3200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Shared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5376672"/>
            <a:ext cx="32004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All agents, one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Enterprise Workflow Platform  ·  Infosys Springboard 7.0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is ready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AE6DF"/>
                </a:solidFill>
                <a:latin typeface="Calibri"/>
              </a:rPr>
              <a:t>Numbers only. Then we switch to the live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315468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Specialized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6118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618488"/>
            <a:ext cx="315468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Enterprise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6118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18488"/>
            <a:ext cx="315468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Automated tests passed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0"/>
            <a:ext cx="36118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310128"/>
            <a:ext cx="315468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 /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Live smoke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108960"/>
            <a:ext cx="36118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3310128"/>
            <a:ext cx="315468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M1–M4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977640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Milestones complete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108960"/>
            <a:ext cx="36118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310128"/>
            <a:ext cx="315468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Hybrid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977640"/>
            <a:ext cx="3154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Never crashes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37760"/>
            <a:ext cx="11155680" cy="11430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Calibri"/>
              </a:rPr>
              <a:t>Still open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Cloud deploy on Render + Vercel is the remaining step. Everything else is live and ready to demo.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Enterprise Workflow Platform  ·  Infosys Springboard 7.0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48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42334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3306" y="496769"/>
            <a:ext cx="10224906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>
                <a:solidFill>
                  <a:srgbClr val="0D9488"/>
                </a:solidFill>
                <a:latin typeface="Calibri"/>
              </a:rPr>
              <a:t>THANK</a:t>
            </a:r>
            <a:r>
              <a:rPr lang="en-US" sz="2400" b="1" dirty="0">
                <a:solidFill>
                  <a:srgbClr val="0D9488"/>
                </a:solidFill>
                <a:latin typeface="Calibri"/>
              </a:rPr>
              <a:t> YOU</a:t>
            </a:r>
            <a:endParaRPr sz="2400" b="1" dirty="0">
              <a:solidFill>
                <a:srgbClr val="0D948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3306" y="1156681"/>
            <a:ext cx="10139680" cy="107311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dirty="0">
                <a:solidFill>
                  <a:srgbClr val="FFFFFF"/>
                </a:solidFill>
                <a:latin typeface="Calibri"/>
              </a:rPr>
              <a:t>AI suggests. A human approves.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FFFFF"/>
                </a:solidFill>
                <a:latin typeface="Calibri"/>
              </a:rPr>
              <a:t>Every decision is explainable.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3306" y="2540592"/>
            <a:ext cx="20116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3306" y="2747736"/>
            <a:ext cx="11108213" cy="87818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J. Rakshitha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94A3B8"/>
                </a:solidFill>
                <a:latin typeface="Calibri"/>
              </a:rPr>
              <a:t>Infosys Springboard Virtual Internship 7.0  ·  Batch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7DD3FC"/>
                </a:solidFill>
                <a:latin typeface="Calibri"/>
              </a:rPr>
              <a:t>github.com/J-Rakshitha/Development-of-Enterprise-Workflow-Platform-with-Decision-Automation-System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1556</Words>
  <Application>Microsoft Office PowerPoint</Application>
  <PresentationFormat>Widescreen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Prem Kumar Akula</cp:lastModifiedBy>
  <cp:revision>1</cp:revision>
  <dcterms:created xsi:type="dcterms:W3CDTF">2013-01-27T09:14:16Z</dcterms:created>
  <dcterms:modified xsi:type="dcterms:W3CDTF">2026-08-16T07:25:37Z</dcterms:modified>
  <cp:category/>
</cp:coreProperties>
</file>